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5 September 2022 Bengaluru recorded its wettest September day in eight years. FlowShield answers three questions for that exact area: where does the water go, how much warning would we get, and what actually helps.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problem statement is built, and all seven bonus items. The map is real: 6,839 mapped drains, 1,356 lakes, real elevation and 78,000 buildings.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things beyond the brief: a real AI component, response planning, verification, and an honest reality check against the 2022 flood. Now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FlowShield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371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flood. Protect the future.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181051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simulation, early warning and AI-assisted response planning for Bellandur–Marathahalli, Bengaluru.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2542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FLOWSHIELD</a:t>
            </a:r>
            <a:pPr indent="0" marL="0">
              <a:buNone/>
            </a:pPr>
            <a:r>
              <a:rPr lang="en-US" sz="12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Theme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816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[name] · [member] · [member] · [member]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89320" y="566928"/>
            <a:ext cx="2606040" cy="2788920"/>
          </a:xfrm>
          <a:prstGeom prst="roundRect">
            <a:avLst>
              <a:gd name="adj" fmla="val 4211"/>
            </a:avLst>
          </a:prstGeom>
          <a:solidFill>
            <a:srgbClr val="1630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777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SEPTEMBER 2022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0241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131.6 mm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16459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Bengaluru's wettest September day since 2014. Bellandur, Marathahalli and the Outer Ring Road went under water; people were evacuated by boat.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 × 7.5 km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terrain modelled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697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of 500 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6974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3044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3-hour simulation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310128"/>
            <a:ext cx="8046720" cy="10515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48640" y="43891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 over the real drainage network — 29 cells critical, 5,955 buildings exposed at T+1:40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626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flowshield-app.vercel.app   ·   github.com/dingdongkkk/flowshield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brief — plus all seven bonuses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5074920" cy="3611880"/>
          </a:xfrm>
          <a:prstGeom prst="roundRect">
            <a:avLst>
              <a:gd name="adj" fmla="val 2532"/>
            </a:avLst>
          </a:prstGeom>
          <a:solidFill>
            <a:srgbClr val="F3F7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155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REQUIREMENTS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3990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rainfall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/ heavy / cloudburst, 5–200 mm/h, or the real Sept 2022 storm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013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830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as connected regions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cells of 500 m, 4-neighbour flow, open boundaries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854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1671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Accumulation and movement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mass-conserving storage network, water balance to 10⁻⁶ m³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694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51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capacity and terrain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drains; 90 m Copernicus DEM, 9 samples per cell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535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9352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levels over time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steps ≤ 1 s, saved frames played back in 3D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337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3192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Warning / Critical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cm and 30 cm depth thresholds, adjustable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21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7033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visualisation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atlas, time slider, flood-progression chart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056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0873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12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regions and time to critical — </a:t>
            </a:r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table with countdown and lead 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960120"/>
            <a:ext cx="2788920" cy="3611880"/>
          </a:xfrm>
          <a:prstGeom prst="roundRect">
            <a:avLst>
              <a:gd name="adj" fmla="val 3279"/>
            </a:avLst>
          </a:prstGeom>
          <a:solidFill>
            <a:srgbClr val="0C2A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035040" y="11155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BONUS FEATURES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44475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444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rainfall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17739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rainfall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210312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failure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24323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432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drainage channel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276148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2761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comparison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309067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090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population (exposure)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341985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3419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 slider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F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78,375 buildings counted per cell as the exposure measure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6,839 mapped stormwater drains · 1,356 lakes and tanks · Copernicus elevation · OpenStreetMap buildings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added beyond the brief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16304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612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161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surrogate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56362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trained on 4,000 of our own engine runs. Predicts peak depth within 5.6 cm on 572 held-out runs (R² 0.995) and scores 609 response plans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16304D"/>
          </a:solidFill>
          <a:ln/>
        </p:spPr>
      </p:sp>
      <p:sp>
        <p:nvSpPr>
          <p:cNvPr id="9" name="Shape 7"/>
          <p:cNvSpPr/>
          <p:nvPr/>
        </p:nvSpPr>
        <p:spPr>
          <a:xfrm>
            <a:off x="4892040" y="116128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161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161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planning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6362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upgrades, upstream detention, pumps and drain clearing, compared on the same storm: peak depth −21.5 cm, 0.85 million m³ less standing water.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496312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16304D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6974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697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09981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automated engine checks, water balance to 10⁻⁶ m³, convergence under a halved time step, and a sensitivity sweep: 29–31 cells whichever way assumptions move.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3931920" cy="1389888"/>
          </a:xfrm>
          <a:prstGeom prst="roundRect">
            <a:avLst>
              <a:gd name="adj" fmla="val 6579"/>
            </a:avLst>
          </a:prstGeom>
          <a:solidFill>
            <a:srgbClr val="16304D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269748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697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Reality check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09981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of the real 4–5 Sept 2022 storm against reported flood sites: 3 of 5 hit, but 51% by chance — so we report it as not yet better than chance.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041648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1335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min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warning lead time before a block turns critical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73552" y="4041648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1335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56432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−21.5 cm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3456432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depth with the response plan, same storm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44184" y="4041648"/>
            <a:ext cx="2560320" cy="713232"/>
          </a:xfrm>
          <a:prstGeom prst="roundRect">
            <a:avLst>
              <a:gd name="adj" fmla="val 12821"/>
            </a:avLst>
          </a:prstGeom>
          <a:solidFill>
            <a:srgbClr val="1335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27064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 M m³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6227064" y="44074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standing water after three hours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8463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proposes; the physics decides — every number shown comes from the engine.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FlowShield — Hack-a-Matics 2026</dc:title>
  <dc:subject>PptxGenJS Presentation</dc:subject>
  <dc:creator>FlowShield team</dc:creator>
  <cp:lastModifiedBy>FlowShield team</cp:lastModifiedBy>
  <cp:revision>1</cp:revision>
  <dcterms:created xsi:type="dcterms:W3CDTF">2026-09-20T07:35:38Z</dcterms:created>
  <dcterms:modified xsi:type="dcterms:W3CDTF">2026-09-20T07:35:38Z</dcterms:modified>
</cp:coreProperties>
</file>